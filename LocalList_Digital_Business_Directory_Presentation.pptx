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731520"/>
            <a:ext cx="4206240" cy="4206240"/>
          </a:xfrm>
          <a:prstGeom prst="ellipse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45720"/>
            <a:ext cx="2560320" cy="2560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640080"/>
            <a:ext cx="1371600" cy="1371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1323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  <a:latin typeface="Aptos"/>
              </a:defRPr>
            </a:pPr>
            <a:r>
              <a:t>LocalList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749807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0">
                <a:solidFill>
                  <a:srgbClr val="E2E8F0"/>
                </a:solidFill>
                <a:latin typeface="Aptos"/>
              </a:defRPr>
            </a:pPr>
            <a:r>
              <a:t>Digital Business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67665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BAC6D8"/>
                </a:solidFill>
                <a:latin typeface="Aptos"/>
              </a:defRPr>
            </a:pPr>
            <a:r>
              <a:t>A MERN-stack platform to discover businesses, manage listings,</a:t>
            </a:r>
          </a:p>
          <a:p>
            <a:pPr>
              <a:spcAft>
                <a:spcPts val="800"/>
              </a:spcAft>
              <a:defRPr sz="1800" b="0">
                <a:solidFill>
                  <a:srgbClr val="BAC6D8"/>
                </a:solidFill>
                <a:latin typeface="Aptos"/>
              </a:defRPr>
            </a:pPr>
            <a:r>
              <a:t>and review submissions through role-based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4800600"/>
            <a:ext cx="4023360" cy="50292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28616"/>
            <a:ext cx="3703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React  •  Express  •  Node.js  • 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Prepared by: Aariz-del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8778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AC6D8"/>
                </a:solidFill>
                <a:latin typeface="Aptos"/>
              </a:defRPr>
            </a:pPr>
            <a:r>
              <a:t>GitHub repository: github.com/Aariz-del/Digital_Buisness_Directory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53796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E2E8F0"/>
                </a:solidFill>
                <a:latin typeface="Aptos"/>
              </a:defRPr>
            </a:pPr>
            <a:r>
              <a:t>LocalList brings local business information into one searchable directory. Visitors can browse approved listings, business owners can submit and manage their own listings, and administrators control moderation.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3566160" cy="11430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64008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1581912"/>
            <a:ext cx="31821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039112"/>
            <a:ext cx="3182112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AC6D8"/>
                </a:solidFill>
                <a:latin typeface="Aptos"/>
              </a:defRPr>
            </a:pPr>
            <a:r>
              <a:t>Search and filter approved businesses.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743200"/>
            <a:ext cx="3566160" cy="11430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2743200"/>
            <a:ext cx="64008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07792"/>
            <a:ext cx="31821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3364992"/>
            <a:ext cx="3182112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AC6D8"/>
                </a:solidFill>
                <a:latin typeface="Aptos"/>
              </a:defRPr>
            </a:pPr>
            <a:r>
              <a:t>Owners create and update their listings.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069080"/>
            <a:ext cx="3566160" cy="11430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4069080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233672"/>
            <a:ext cx="31821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690872"/>
            <a:ext cx="3182112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AC6D8"/>
                </a:solidFill>
                <a:latin typeface="Aptos"/>
              </a:defRPr>
            </a:pPr>
            <a:r>
              <a:t>Admins approve or reject submissions.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D3EE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6126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C"/>
                </a:solidFill>
                <a:latin typeface="Aptos"/>
              </a:defRPr>
            </a:pPr>
            <a:r>
              <a:t>Make business discovery easier while keeping listing quality under administrative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02 •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38912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4389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280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C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28032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BAC6D8"/>
                </a:solidFill>
                <a:latin typeface="Aptos"/>
              </a:defRPr>
            </a:pPr>
            <a:r>
              <a:t>Business information can be scattered across different sources. A directory needs a consistent way to search listings, manage records, and prevent unreviewed submissions from appearing as approved.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212848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103120"/>
            <a:ext cx="4681728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t>Provide searchable business listings.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96265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852927"/>
            <a:ext cx="4681728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t>Support registration and secure login.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712463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3602735"/>
            <a:ext cx="4681728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t>Let owners manage their own business records.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446227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4352544"/>
            <a:ext cx="4681728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t>Give admins moderation and user-management controls.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Users &amp; Role-Based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03 •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42032" cy="25146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2148840"/>
            <a:ext cx="777240" cy="7772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15468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VISITOR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611880"/>
            <a:ext cx="2194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Browse and search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approved listings.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828800"/>
            <a:ext cx="2542032" cy="25146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53128" y="214884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15468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611880"/>
            <a:ext cx="2194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Browse listings and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use account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1828800"/>
            <a:ext cx="2542032" cy="25146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06056" y="2148840"/>
            <a:ext cx="777240" cy="7772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315468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611880"/>
            <a:ext cx="2194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Create listings and edit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or delete own listings.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1828800"/>
            <a:ext cx="2542032" cy="25146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58984" y="2148840"/>
            <a:ext cx="777240" cy="7772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315468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3611880"/>
            <a:ext cx="2194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Moderate listings; manage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categories and users.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E2E8F0"/>
                </a:solidFill>
                <a:latin typeface="Aptos"/>
              </a:defRPr>
            </a:pPr>
            <a:r>
              <a:t>Access permissions are enforced by API middleware and reflected in the user interface.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04 • FUNCTIONALITY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46120" cy="178308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8620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Search &amp;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2862072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Partial-match search across name, description, city and address; category/city filters and pagination.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246120" cy="178308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64008" cy="1783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581912"/>
            <a:ext cx="28620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Business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039112"/>
            <a:ext cx="2862072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Store descriptions, category, address, city, state, PIN, phone, email and website.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246120" cy="178308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64008" cy="1783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581912"/>
            <a:ext cx="28620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039112"/>
            <a:ext cx="2862072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Create, view, update and delete business records with ownership restrictions.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246120" cy="178308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64008" cy="1783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22191"/>
            <a:ext cx="28620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279392"/>
            <a:ext cx="2862072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Register, log in, restore sessions and use JWT-based authentication with hashed passwords.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657600"/>
            <a:ext cx="3246120" cy="178308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657600"/>
            <a:ext cx="64008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3822191"/>
            <a:ext cx="28620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Moderation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279392"/>
            <a:ext cx="2862072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Owner submissions begin as pending; admins approve or reject them.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657600"/>
            <a:ext cx="3246120" cy="178308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657600"/>
            <a:ext cx="64008" cy="1783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822191"/>
            <a:ext cx="28620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Admin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279392"/>
            <a:ext cx="2862072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Manage categories, users, listing status and dashboard statistics.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Technology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05 •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834640" cy="18288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64008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450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87752"/>
            <a:ext cx="2450592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React 18 + Vite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Axios API client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Auth context and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514600"/>
            <a:ext cx="502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65960"/>
            <a:ext cx="2834640" cy="18288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130552"/>
            <a:ext cx="2450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87752"/>
            <a:ext cx="2450592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Node.js + Express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REST endpoints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Auth &amp; role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514600"/>
            <a:ext cx="502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965960"/>
            <a:ext cx="3337560" cy="182880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1965960"/>
            <a:ext cx="64008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2130552"/>
            <a:ext cx="2953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587752"/>
            <a:ext cx="2953512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MongoDB + Mongoose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Users, categories and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business 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2D3EE"/>
                </a:solidFill>
                <a:latin typeface="Aptos"/>
              </a:defRPr>
            </a:pPr>
            <a:r>
              <a:t>Request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C"/>
                </a:solidFill>
                <a:latin typeface="Aptos"/>
              </a:defRPr>
            </a:pPr>
            <a:r>
              <a:t>React UI → Express routes/controllers → Mongoose models → 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9875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JWT is used for authentication; bcrypt is used to hash passwords.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Core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06 •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011680" cy="214884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7592" y="1572768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691640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1182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Register / log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User authenticates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743200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2011680"/>
            <a:ext cx="2011680" cy="214884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9311" y="1572768"/>
            <a:ext cx="566928" cy="5669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1" y="1691640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1182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51460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Submit listing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320040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Owner creates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743200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011680"/>
            <a:ext cx="2011680" cy="214884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71032" y="1572768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691640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1182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51460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Pending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20040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Listing awaits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743200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2011680"/>
            <a:ext cx="2011680" cy="214884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02751" y="1572768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1" y="1691640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1182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51460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Approve / reject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20040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Admin reviews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1" y="2743200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2011680"/>
            <a:ext cx="2011680" cy="214884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34472" y="1572768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34472" y="1691640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1182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51460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Public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20040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BAC6D8"/>
                </a:solidFill>
                <a:latin typeface="Aptos"/>
              </a:defRPr>
            </a:pPr>
            <a:r>
              <a:t>Approved listing is searchable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E2E8F0"/>
                </a:solidFill>
                <a:latin typeface="Aptos"/>
              </a:defRPr>
            </a:pPr>
            <a:r>
              <a:t>Editing an approved listing sends it back for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API &amp; Data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07 •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D3EE"/>
                </a:solidFill>
                <a:latin typeface="Aptos"/>
              </a:defRPr>
            </a:pPr>
            <a:r>
              <a:t>Main API groups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75688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965960"/>
            <a:ext cx="5230368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Authentication: register, login, current user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79191"/>
            <a:ext cx="5230368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Businesses: search, detail, owner listings, CRUD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021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392424"/>
            <a:ext cx="5230368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Categories: list and admin management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15384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105656"/>
            <a:ext cx="5230368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Admin: moderation, users and dashboard stats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508760"/>
            <a:ext cx="4389120" cy="406908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810512"/>
            <a:ext cx="3566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8FAFC"/>
                </a:solidFill>
                <a:latin typeface="Aptos"/>
              </a:defRPr>
            </a:pPr>
            <a:r>
              <a:t>Data models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262432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2514600"/>
            <a:ext cx="3401568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User — account and role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0" y="333756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3227832"/>
            <a:ext cx="3401568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Category — listing classification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40507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3941064"/>
            <a:ext cx="3401568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Business — details, owner and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API errors include validation, authentication, authorization, not-found and conflict responses.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Testing &amp; 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08 •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2D3EE"/>
                </a:solidFill>
                <a:latin typeface="Aptos"/>
              </a:defRPr>
            </a:pPr>
            <a:r>
              <a:t>Suggested test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07040" cy="621792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2D3EE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67128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Search by business name or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67128"/>
            <a:ext cx="4434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AC6D8"/>
                </a:solidFill>
                <a:latin typeface="Aptos"/>
              </a:defRPr>
            </a:pPr>
            <a:r>
              <a:t>Matching approved listings appear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34640"/>
            <a:ext cx="10607040" cy="621792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9008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2D3EE"/>
                </a:solidFill>
                <a:latin typeface="Aptos"/>
              </a:defRPr>
            </a:pPr>
            <a:r>
              <a:t>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90088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Owner edits another owner's listing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90088"/>
            <a:ext cx="4434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AC6D8"/>
                </a:solidFill>
                <a:latin typeface="Aptos"/>
              </a:defRPr>
            </a:pPr>
            <a:r>
              <a:t>Request should be denied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10607040" cy="621792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1304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2D3EE"/>
                </a:solidFill>
                <a:latin typeface="Aptos"/>
              </a:defRPr>
            </a:pPr>
            <a:r>
              <a:t>Moderation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13048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Owner submits a new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813048"/>
            <a:ext cx="4434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AC6D8"/>
                </a:solidFill>
                <a:latin typeface="Aptos"/>
              </a:defRPr>
            </a:pPr>
            <a:r>
              <a:t>Listing starts as pending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0560"/>
            <a:ext cx="10607040" cy="621792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3600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2D3EE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636008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Admin approves a listing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36008"/>
            <a:ext cx="4434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AC6D8"/>
                </a:solidFill>
                <a:latin typeface="Aptos"/>
              </a:defRPr>
            </a:pPr>
            <a:r>
              <a:t>Listing becomes publicly discoverable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BBF24"/>
                </a:solidFill>
                <a:latin typeface="Aptos"/>
              </a:defRPr>
            </a:pPr>
            <a:r>
              <a:t>These are proposed validation cases from the documented features; actual execution results should be recorded after running the tests.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Setup &amp; Running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09 •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20640" cy="420624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4206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4736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C"/>
                </a:solidFill>
                <a:latin typeface="Aptos"/>
              </a:defRPr>
            </a:pPr>
            <a:r>
              <a:t>1 •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4736592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Requirements: Node.js 18+ and MongoDB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cd server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npm install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cp .env.example .env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# Configure MONGO_URI and JWT_SECRET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npm run seed   (optional sample data)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npm run dev   (API on port 5000)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20640" cy="4206240"/>
          </a:xfrm>
          <a:prstGeom prst="roundRect">
            <a:avLst/>
          </a:prstGeom>
          <a:solidFill>
            <a:srgbClr val="19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4206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736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C"/>
                </a:solidFill>
                <a:latin typeface="Aptos"/>
              </a:defRPr>
            </a:pPr>
            <a:r>
              <a:t>2 •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39112"/>
            <a:ext cx="4736592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Open a second terminal: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cd client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npm install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npm run dev</a:t>
            </a: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BAC6D8"/>
                </a:solidFill>
                <a:latin typeface="Aptos"/>
              </a:defRPr>
            </a:pPr>
            <a:r>
              <a:t>Vite serves the client on port 5173 and proxies /api requests to the backend.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F24"/>
                </a:solidFill>
                <a:latin typeface="Aptos"/>
              </a:defRPr>
            </a:pPr>
            <a:r>
              <a:t>Use environment variables for secrets; do not commit real credentials to GitHub.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10 •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2D3E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93776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LocalList combines business discovery, account authentication, owner-managed listings and administrator moderation in one full-stack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023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2D3EE"/>
                </a:solidFill>
                <a:latin typeface="Aptos"/>
              </a:defRPr>
            </a:pPr>
            <a:r>
              <a:t>Possible enhancements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212140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011680"/>
            <a:ext cx="449884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Image uploads for business listings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273405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624328"/>
            <a:ext cx="449884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Ratings and customer reviews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334670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236976"/>
            <a:ext cx="449884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Map-based business discovery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95935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849624"/>
            <a:ext cx="449884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Rate limiting and security hardening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457200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462272"/>
            <a:ext cx="449884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t>Email-based password 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6583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BAC6D8"/>
                </a:solidFill>
                <a:latin typeface="Aptos"/>
              </a:defRPr>
            </a:pPr>
            <a:r>
              <a:t>LOCALLIST  •  DIGITAL BUSINESS DIRECTORY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51206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8FA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74519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2D3EE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60320"/>
            <a:ext cx="1188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AC6D8"/>
                </a:solidFill>
                <a:latin typeface="Aptos"/>
              </a:defRPr>
            </a:pPr>
            <a:r>
              <a:t>Project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7863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D3EE"/>
                </a:solidFill>
                <a:latin typeface="Aptos"/>
              </a:defRPr>
            </a:pPr>
            <a:r>
              <a:t>https://github.com/Aariz-del/Digital_Buisness_Directory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AC6D8"/>
                </a:solidFill>
                <a:latin typeface="Aptos"/>
              </a:defRPr>
            </a:pPr>
            <a:r>
              <a:t>Documentation source: repository README and documented API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LocalList • Digital Business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